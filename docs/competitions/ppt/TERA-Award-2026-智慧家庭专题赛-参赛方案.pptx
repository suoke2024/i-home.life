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· 智慧家庭专题赛 · 智联万家 零碳未来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智能装修管家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从设计到康养疗愈的居家智能体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 执行型智能体 × MCP/A2A/ATH 可信互联 × 康养·旅居·疗愈场景联动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03166"/>
          </a:solidFill>
          <a:ln w="12700">
            <a:solidFill>
              <a:srgbClr val="0062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657600"/>
            <a:ext cx="64008" cy="123444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813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 执行型智能体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4206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设计/预算/采购/施工/验收/结算/康养管家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36576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03166"/>
          </a:solidFill>
          <a:ln w="12700">
            <a:solidFill>
              <a:srgbClr val="0062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3657600"/>
            <a:ext cx="64008" cy="123444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3813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可信握手 ATH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4206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九步握手 ④⑤⑦ · 证据链可回放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36576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03166"/>
          </a:solidFill>
          <a:ln w="12700">
            <a:solidFill>
              <a:srgbClr val="0062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3657600"/>
            <a:ext cx="64008" cy="12344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3813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四大场景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4206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康养 · 旅居 · 疗愈(中医/西医)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队伍: 索克家居 · i-home.life ｜ 生产运行 v1.16.x ｜ 主攻「家庭生活 AI 及智能体」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三大痛点：家装链路割裂 + 康养缺智能闭环 + 智能体缺信任底座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73152" cy="114300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5910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链路割裂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/ 预算 / 采购 / 施工 / 验收各自为政，信息孤岛，返工率高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34640"/>
            <a:ext cx="73152" cy="114300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62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康养缺闭环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3649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老龄化加速，康养/疗愈/旅居场景缺「监测→联动→照护」智能闭环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06240"/>
            <a:ext cx="73152" cy="114300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342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47365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智能体自主决策缺身份核验 / 授权管控 / 行为审计，难以规模化落地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数据锚点：家装平均决策周期长、返工率高；老年空巢 / 康养需求持续攀升（引用行业公开数据）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方案总览：一个模块化单体，覆盖家装全链路 + 康养延伸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76272" y="15544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783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03904" y="15544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783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31536" y="15544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783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59168" y="15544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1783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0" y="15544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1783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314432" y="15544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14432" y="1783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架构分层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585216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154680"/>
            <a:ext cx="64008" cy="54864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2278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11680" y="32278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 · 轨迹落库 · 可观测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813048"/>
            <a:ext cx="585216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813048"/>
            <a:ext cx="64008" cy="54864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886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1168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· 拓扑执行 · 结构化聚合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71416"/>
            <a:ext cx="585216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471416"/>
            <a:ext cx="64008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5445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011680" y="45445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MCP(工具) + A2A(智能体间) + ATH(可信握手)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129784"/>
            <a:ext cx="585216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129784"/>
            <a:ext cx="64008" cy="54864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20293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011680" y="52029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 ORM · 项目/健康/设备/证据链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6656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四大场景延伸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766560" y="3154680"/>
            <a:ext cx="4873752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2278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康养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03920" y="32278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健康监测 → 场景联动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3813048"/>
            <a:ext cx="4873752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旅居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503920" y="3886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远程设计 + 远程监测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6560" y="4471416"/>
            <a:ext cx="4873752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4544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疗愈·中医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503920" y="4544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药膳厨房/药浴/艾灸通风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66560" y="5129784"/>
            <a:ext cx="4873752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52029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疗愈·西医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503920" y="52029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康复空间/护理联动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技术底座：ATH 可信互联（差异化壁垒）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3566160" cy="82296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身份可信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Card 公开发现 + AID/ACDL 身份卡 + 应用侧核验智能体身份(④)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4630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463040"/>
            <a:ext cx="35661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授权可控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057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 + 握手凭证 HMAC 签发/校验(⑤⑦) + RBAC 项目归属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463040"/>
            <a:ext cx="35661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交互可溯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057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trace_id/evidence 证据链 + agent_traces 回放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治理审计（确定性自检）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6674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OWASP Agentic Skills Top 10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36667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 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78808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336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ATH / 国标信任层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37760" y="4233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 pass（含④⑤⑦）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745736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8006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项目归属校验覆盖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0" y="4800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verify_project_access 43 个 API 文件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九步可信握手（ATH 1.0 三阶段重构）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3611880"/>
            <a:ext cx="4965192" cy="1828800"/>
          </a:xfrm>
          <a:prstGeom prst="roundRect">
            <a:avLst>
              <a:gd name="adj" fmla="val 3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7490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双向身份验证：① 用户授权 ② 发现智能体 ③ 身份声明 ④ 应用核验 ⑤ 双向验证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可信握手协商：⑥ 权限协商 ⑦ 签发会话凭证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会话建立：⑧ 任务状态机 ⑨ 全程存证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以销定产：designer BOM 反向驱动采购优先级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designer BOM → 采购优先级（紧急 / 常规 / 可缓）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196596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清单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196596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优先级判定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1540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89720" y="196596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按需采购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减少无效采购与库存占用，资金流更健康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紧急材料优先，避免施工等待停摆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借鉴义乌「以销定产」模式，先有方案再定采购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价值：把采购决策从「经验驱动」变为「BOM 数据驱动」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智能体自进化：越用越准，无需人工调优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提取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54680" y="1783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783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蒸馏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83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三维质控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15400" y="1783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89720" y="1554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783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失败学习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017520"/>
            <a:ext cx="274320" cy="27432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2907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提取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29077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AgentTrace 自动提取结构化案例（task_intent + approach + quality）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794760"/>
            <a:ext cx="274320" cy="27432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36850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蒸馏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368503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同主题 Case ≥3 条聚类蒸馏为可复用 Skill，查重合并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572000"/>
            <a:ext cx="274320" cy="27432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44622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三维质控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34640" y="446227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Utility / Robustness / Safety 三维评分，低质 archive / 高质晋升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5349240"/>
            <a:ext cx="274320" cy="27432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52395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失败学习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834640" y="523951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失败轨迹蒸馏「反模式 Skill」，执行前注入历史失败教训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 + 全链路证据：可信可审计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35661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trace_id/evidence，每一步可核验可回放（agent_name/workflow_id/duration_ms/degraded）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54480"/>
            <a:ext cx="3566160" cy="82296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286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不可用即 503 / 占位 + 标注；执行降级不伪装 completed，诚实标 failed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554480"/>
            <a:ext cx="3566160" cy="82296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无假数据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286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禁止硬编码假数据伪装真实能力；商业 Agent 数据源逐段诚实标注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核心理念：智能体要敢说「我不会」，而不是假装会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任务返回示例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"task_id": "...", "state": "completed", "trace_id": "...", "evidence": { "agent_name": "designer", "workflow_id": "...", "duration_ms": 1234, "degraded": false } 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01 · CARE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康养：CareAgent 告警 → 场景联动（已落地）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六类健康监测 + 穿戴 BLE + 环境传感器 + 米家设备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8424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95728" y="18745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98424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空气质量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42816" y="18745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198424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跌倒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9904" y="18745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98424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36992" y="18745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198424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784080" y="18745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8F2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0" y="198424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CareAgent 确定性编排（evaluate_care_actions）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108960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1638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跌倒检测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1638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起夜照明 + 通知家属 + 人工转接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31638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3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675888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307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心率/血氧严重异常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37307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通知家属 + 就医建议（不诊断）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37307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3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42816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睡眠质量低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34640" y="4297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遮光 + 白噪音 环境自适应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4297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09744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864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空气质量差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34640" y="48646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新风 / 净化器联动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4864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warning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3108960"/>
            <a:ext cx="3136392" cy="1828800"/>
          </a:xfrm>
          <a:prstGeom prst="roundRect">
            <a:avLst>
              <a:gd name="adj" fmla="val 3000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686800" y="36118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仅做监测与提醒，不做医疗诊断/处方。健康数据 PII 掩码 + 会话加密 + user_id 隔离。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数据流：穿戴/传感器/米家 → health_monitor 采集 → CareAgent 编排 → 通知家属/场景执行/人工转接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02 · TRAVEL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旅居：候鸟式养老 / 异地养老 / 民宿度假屋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3566160" cy="82296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远程设计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designer 智能体异地出方案，无需到现场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54480"/>
            <a:ext cx="35661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远程施工监理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construction 进度跟踪 + 传感器快照远程监测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554480"/>
            <a:ext cx="35661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一键到家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异地归家自动恢复温湿度/照明/安防场景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把「装修交付」延伸为「旅居全周期托管」——交付不是终点，而是持续服务的起点。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03 · TCM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疗愈（中医）：药膳厨房 / 药浴卫浴 / 艾灸通风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3566160" cy="82296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药膳厨房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设计药膳食补动线，厨电联动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54480"/>
            <a:ext cx="3566160" cy="82296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药浴卫浴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温湿度 + 排风联动，防水防潮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554480"/>
            <a:ext cx="35661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艾灸通风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空气质量监测 → 排风/新风联动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场景联动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温湿度 / 空气质量（air_quality）+ scene_automation 触发联动：艾灸排烟、药浴恒温、药膳厨房通风。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理念：科技服务传统疗愈，不是替代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04 · REHAB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疗愈（西医）：术后 / 康复空间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3566160" cy="82296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无障碍设计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适老化/术后动线，扶手/防滑/护理通道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54480"/>
            <a:ext cx="35661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护理床联动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护理床 + 环境监测（温湿度/光照/空气）联动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554480"/>
            <a:ext cx="35661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康复进度跟踪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健康监测 → 告警 → 护工通知闭环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FCE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从住院到居家康复的无缝衔接：环境监测 → 健康告警 → 护工/家属通知 → 场景联动。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商业化：营收模型 + 量化证据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3566160" cy="82296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装企交付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整装交付（设计+报价+施工计划）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54480"/>
            <a:ext cx="35661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康养增值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康养监测 / 场景联动订阅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554480"/>
            <a:ext cx="35661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智能家居托管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旅居 / 疗愈空间全周期托管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量化证据（真实运营数据）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[待填]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29000" y="384048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1188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[待填]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309360" y="384048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交付单量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[待填]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189720" y="384048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7260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7260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[待填]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团队与组织：能落地的团队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TERA-Award 2026 智慧家庭专题赛 ｜ i-home.life ｜ 家庭生活 AI 及智能体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核心团队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[核心团队背景 / 分工 / 研发投入]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已具备技术资产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1874520"/>
            <a:ext cx="4965192" cy="475488"/>
          </a:xfrm>
          <a:prstGeom prst="roundRect">
            <a:avLst>
              <a:gd name="adj" fmla="val 11538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9293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 / 软著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2441448"/>
            <a:ext cx="4965192" cy="475488"/>
          </a:xfrm>
          <a:prstGeom prst="roundRect">
            <a:avLst>
              <a:gd name="adj" fmla="val 11538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4963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ICP 备案（滇ICP备2026015233号-2）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008376"/>
            <a:ext cx="4965192" cy="475488"/>
          </a:xfrm>
          <a:prstGeom prst="roundRect">
            <a:avLst>
              <a:gd name="adj" fmla="val 11538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治理审计报告（OWASP 10/10 + ATH 5/5）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575304"/>
            <a:ext cx="4965192" cy="475488"/>
          </a:xfrm>
          <a:prstGeom prst="roundRect">
            <a:avLst>
              <a:gd name="adj" fmla="val 11538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630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生产运行 v1.16.x（阿里云 ECS + 多端）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让家更懂你，让科技服务康养与疗愈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赛道定位：主攻「家庭生活 AI 及智能体」+ 副「家庭安全与用能」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合作诉求：接入名气家 4600 万家庭场景验证 · 算力 Token · 资本对接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索克家居 · i-home.life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 · 期待交流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2026-09-13T04:33:56Z</dcterms:created>
  <dcterms:modified xsi:type="dcterms:W3CDTF">2026-09-13T04:33:56Z</dcterms:modified>
</cp:coreProperties>
</file>