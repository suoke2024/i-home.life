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真实全链路能力 × MCP 2026-07-28 规范 + A2A v1.0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582 条 API 路由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 个模块 · 112 ORM · 79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 Agent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总控/设计/预算/采购/施工/质检/结算…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8 项 + A2A v1.0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双协议 · 10 个真实工具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队伍:索克家居 · i-home.life ｜ AgentTeams(开源 Hiclaw)× i-home.life v1.3.1(生产运行)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V3.0(基于真实能力全景 + 2026 技术对齐)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行业背景:家装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看懂户型图,识别墙体/门窗/承重结构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市场:AI 室内设计 2025 年 32.8 亿美元 → 2033 年 150 亿美元(CAGR 20.9%);2028 中国空间设计软件 68 亿元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Agent 基础设施标准化(本方案全部对齐)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883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10k+ Server · 月 9700 万 SDK 下载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692640" y="19202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规范 8 项全实现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7432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798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08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发布 · 150+ 组织 · 22k+ stars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92640" y="2834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0" y="36576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92640" y="3749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0" y="45720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268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6656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三方对齐 · Agent 动作前端透明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92640" y="4663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6509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索克差异化定位:不做"效果图工具",而是家装全流程多 Agent 自主协同 + 标准 MCP/A2A 基础设施 —— 真实业务闭环(582 路由/112 模型/24 Agent/79 Service)+ 开放协议 + 可编排协同层(AgentTeams)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MATRIX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竞品能力覆盖矩阵:全链路一体化是核心差异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69848"/>
                <a:gridCol w="1069848"/>
                <a:gridCol w="1069848"/>
                <a:gridCol w="1069848"/>
                <a:gridCol w="1143000"/>
                <a:gridCol w="1234440"/>
                <a:gridCol w="175564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能力维度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酷家乐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住小帮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Shapr3D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Procore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Planner5D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MagicPlan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索克家居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AR/LiDAR 空间测量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 设计建模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照片级效果图渲染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CAD 精确绘图(平立剖)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设计生成与建议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智能预算与 BOM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供应链/采购管理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施工过程管理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结算/验收闭环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Agent 自治运营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多端协同(平板+手机)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竞品多为单点能力(设计 or 管理 or 测量),索克家居实现测量→设计→预算→采购→施工→结算全链路一体化 + AI Agent 自治运营(✓=完全具备 △=部分 ✕=缺失)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索克家居能力全景:真实全流程自动化闭环(582 路由实测)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草图转 3D / CAD / 拍照 / 语音双工 / 传感器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39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L0-L3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定额库(9 类×4 档)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采购·供应链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供应商入驻审核 / 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38328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施工·服务商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工程队/技术人员入驻 / 任务池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38328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 / 积分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38328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OS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诚实边界:质检缺陷识别(mock CV)、VR 渲染、AI 渲染 L1/L2 为标注降级;其余环节均为真实计算/生成逻辑(实测 582 路由/112 模型/1491 测试全绿)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多模态采集:对齐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手动四级降级,RMS 精度报告;iOS ARKit+RoomPlan,鸿蒙原生工程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识别墙/门/窗/面积/房间数,生成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解析(ezdxf)+ DWG 转换 + 2D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Qwen-Audio-3.0-Realtime:流式 ASR+TTS+工具调用,全局悬浮语音,4 场景画像(含 elderly)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3756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 + 传感器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拍照识别产品上架;加速度/陀螺/磁力 60Hz + GPS 融合快照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3756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单一数据源,支撑施工图/BIM/算量自动生成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残健融合:全局语音悬浮窗(任意页面唤起+后台并行 Agent)+ 主动语音播报 + Semantics 语义标注 + AR 扫描引导(弱视/行动不便者量房替代)—— 诚实边界:无障碍以"语音+播报+AR 引导"为形态,非专用导盲/手语模块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总控编排:i-home.life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总控层(真实)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OrchestratorAgent:39 类意图 LLM 分类 + 关键词规则兜底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AgentRuntime/Harness:生命周期·追踪·降级·离线 Eval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语音并行编排:"同时/另外/再帮我"多任务调度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流式:thinking_step 展示 Agent 决策过程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9672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协同层(阿里云产品/开源 Hiclaw)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02552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Manager-Workers:任务拆解 → 路由 → 并行执行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2552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透明房间:人可随时介入/纠正/回放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02552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共享文件:中间产物交换,防 Token 爆炸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02552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赛题五项能力映射到框架能力(8.1 核心核验点)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Agent ↔ 9 角色(1 Leader + 8 Worker)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98064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98064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2907792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07792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意图 + Manager 路由 + 多意图并行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47488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5157216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+ MinIO + 加密会话 + SSOT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296912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96912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7406640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 + 失败隔离 + 凭证收敛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546336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46336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9656064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56064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OTel + 审计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人类审批节点(高风险动作人工确认 · 赛题"审批/审计"硬要求)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方案确认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34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4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预算批准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120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 下单确认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06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H4 验收确认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692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H5 结算确认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自主权分级(工程成熟度)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建议  Agent 建议,人类决策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8328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9300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执行+确认  自动执行,人工审批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自主执行  完全自主,仅通知结果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256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6228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自适应  历史项目持续优化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设计域:从空间理解到交付物一键生成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动线分析(空间推理)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语音增量修订("方案 B 加中岛")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模型即图纸:平/立/剖面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属性(LOD200/300/350)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SVG(模型即图纸)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对标:飞流AI 上传户型图 5 分钟出全套交付物 —— 索克以开放 MCP 协议 + 多 Agent 编排实现同等闭环,且能力可组合、可迁移、可审计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工程化:ihome-mcp 能力抽象层(10 工具实测)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ihome-mcp(核心 Skill,8 Worker 复用)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响应(含 source 来源标注)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Server(2026-07-28 规范)+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JSON,如实说明不编造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权限;只读为主;红线拒绝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Worker 复用;可沉淀为分发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工具能力矩阵(10 个,实测)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47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75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13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40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68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7066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7066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3405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6148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998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998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07040" y="312724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54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9300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35204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4787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862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862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07040" y="391363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94106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79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79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43068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3342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725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72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0607040" y="47000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7274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400800" y="50657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get_voice_tasks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098280" y="50657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语音任务查询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093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/>
        </p:spPr>
      </p:sp>
      <p:sp>
        <p:nvSpPr>
          <p:cNvPr id="69" name="Text 67"/>
          <p:cNvSpPr/>
          <p:nvPr/>
        </p:nvSpPr>
        <p:spPr>
          <a:xfrm>
            <a:off x="10607040" y="5120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voice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0" y="54589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cancel_agent_task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098280" y="54589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取消后台任务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07040" y="54864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73" name="Text 71"/>
          <p:cNvSpPr/>
          <p:nvPr/>
        </p:nvSpPr>
        <p:spPr>
          <a:xfrm>
            <a:off x="10607040" y="551383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+ A2A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双协议在线:MCP 2026-07-28 规范 8 项 + A2A v1.0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MCP(自研,纯 Python,零第三方 SDK)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无会话握手,请求自描述可横向扩展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RPC,统一接入入口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1715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多轮往返协作,采样/追问回传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4787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授权硬化,替代 DCR 注册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251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扩展,任务生命周期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v1.0(2026-03,Google 协议,跨 Agent 委托)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GET /.well-known/agent-card:公开 22 个 Agent 技能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tasks/send + tasks/{id} 状态查询:经 Harness 执行并持久化(24h TTL)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MCP Tasks 互补(2026 融合架构)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MCP 管工具(纵向连接)· A2A 管 Agent(横向协调)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调用链路:ihome-mcp Skill → /api/mcp → tools/call → 真实业务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技术对齐:协议标准化 × 空间智能 × 评估飞轮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2026-07-28 正式版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8 大 Platinum · SDK 月下载近 5 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自研 MCP 规范 8 项(纯 Python 零 SDK)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70832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150+ 组织 · 22k+ stars · 5 SDK · AP2 支付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 + AP2 结算复用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93024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8375904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75904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双协议同平台落地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47472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AG-UI(三方对齐)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Oracle+CopilotKit+Google 对齐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卡片流(区隔 Google A2UI)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70832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0832" y="347472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4" name="Text 32"/>
          <p:cNvSpPr/>
          <p:nvPr/>
        </p:nvSpPr>
        <p:spPr>
          <a:xfrm>
            <a:off x="4553712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数据飞轮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赛题两大基础设施之一 · 持续进化维度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53712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自建 AgentTrace+IHomeEval 飞轮对标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93024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47472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空间智能 Agent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75904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SpaceMind(2026-06)/飞流AI 3.1(2026-07)产业化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375904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空间感知/推理/交互三能力齐备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对齐原则:AgentTeams(协同基座)+ AgentLoop(数据飞轮)双基础设施对标赛题 —— MCP/A2A 标准协议解耦,业务零重写,编排层可替换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评估飞轮(对标赛题 AgentLoop)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执行轨迹(状态/Token/工具调用链/降级信息)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JSON,PII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Prometheus:请求/LLM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领域评估(10 维度)+ Agent-as-a-Judge 飞轮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评估飞轮(对标 AgentLoop):Trace → Trajectory → 评估(IHomeEval 10 维 + DSPy)→ Experience 经验自进化 → Skill/Prompt 调优(赛题持续进化维度)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诚实降级原则:数据来源 db / estimated_fallback / sample_fallback 透明标注,禁止伪装真实能力(历史教训:修复 6 处硬编码假数据)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安全边界:可运行、可验证、可审计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JWT;密钥 ≥32 字节硬校验;WebAuthn/FIDO2/Passkey 无密码登录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写入自动签名(SHA256 + 密钥版本化),PII 8 类脱敏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user_id,未传直接 raise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H1-H5 审批节点 + 变更单状态机 + 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燃气(9 HC+3 SC)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项目归属校验(IDOR 防护),跨项目访问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运行验证:线上部署已实测打通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部署环境(已在线)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开源 Hiclaw(controller / manager / dashboard / Element Web)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v1.3.1(FastAPI · 阿里云 FC 3.0,架构红线:禁 K8s)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ihome-team:1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演示数据:120 平三居 · 预算 ¥157,250 · 4 施工任务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实测调用链路(已验证)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10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演示流程:业主在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开放/开源计划:可复用、可验证、可迁移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清单,任何垂直行业可复制建团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标准化工具调用封装(登录/调用/失败处理),可分发复用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项实现,可作为 MCP Server 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仓库:github.com/SUOKE2024/i-home.life(已公开)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Apache-2.0(与 AgentTeams 兼容)｜ 披露:LLM 商业 API(deepseek/qwen/glm/doubao)· 第三方依赖 · 数据授权边界 ｜ 已有项目基础:i-home.life(582 路由 / 112 模型 / 24 Agent / 79 Service)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 ✅ 已完成(V3.1)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53712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三场景可演示 + 评测集 + Trace 看板 + A2A 委托证据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75904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真实项目接入、Agent-as-a-Judge 评测、开源工程化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Demo 验收目标(借鉴 PRD Demo 规格)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语音改设计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"拆墙做开放式加中岛" → 3D 更新 + 面积/预算联动(≤5s)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70832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5204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AI 比价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53712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→ 多供应商比价报告 → 一键下单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93024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3024" y="35204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施工日报质检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现场照片上传 → AI 比对图纸 → 偏差标注整改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76672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041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mock(质检缺陷 CV/VR 渲染/AI 渲染 L1/L2)→ 如实披露,契约固化(RENDER_CONTRACT)后续可一键接入真实后端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5724144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75157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版本演进(v1.2.0 刚发布)→ 抽象 MCP 契约层,编排层可替换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6071616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60990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4 供应商 fallback 链(deepseek→qwen→glm→doubao)+ TTS 3 级链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2026-08-01T14:44:03Z</dcterms:created>
  <dcterms:modified xsi:type="dcterms:W3CDTF">2026-08-01T14:44:03Z</dcterms:modified>
</cp:coreProperties>
</file>