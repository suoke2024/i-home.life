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2743200"/>
            <a:ext cx="3657600" cy="3657600"/>
          </a:xfrm>
          <a:prstGeom prst="ellipse">
            <a:avLst/>
          </a:prstGeom>
          <a:solidFill>
            <a:srgbClr val="003166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577840"/>
            <a:ext cx="2926080" cy="2926080"/>
          </a:xfrm>
          <a:prstGeom prst="ellipse">
            <a:avLst/>
          </a:prstGeom>
          <a:solidFill>
            <a:srgbClr val="0031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2026 · 赛道一 新智基座 | Agent Infra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家装全流程多 Agent 协同系统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编排 × i-home.life 真实全链路能力 × MCP 2026-07-28 规范 + A2A v1.0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AR 量房、手绘草图、CAD 图纸、语音指令到方案设计、算量报价、采购施工、质检结算的端到端自动化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57600"/>
            <a:ext cx="64008" cy="12344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 个 API 路由模块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 ORM · 109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个 Agent 模块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总控/设计/预算/采购/施工/质检/结算…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657600"/>
            <a:ext cx="64008" cy="12344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8 项 + A2A v1.0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双协议 · 11 个真实工具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队伍:索克家居 · i-home.life ｜ AgentTeams(开源 Hiclaw)× i-home.life v1.14.0(生产运行)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初赛 V4.2(基于真实能力全景 v1.14.0 + 2026 最新技术对齐 + 空间数字底座 Robot-Ready Home)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行业背景:家装 AI 从"像素生成"到"空间智能"的范式转移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《2026 中国智能家装设计行业发展白皮书》· 空间智能三能力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756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空间感知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看懂户型图,识别墙体/门窗/承重结构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358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98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空间推理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判断动线是否合理、空间是否被浪费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7764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959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858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空间交互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把设计方案转化为可执行的施工指令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市场:AI 室内设计 2025 年 32.8 亿美元 → 2033 年 150 亿美元(CAGR 20.9%);2028 中国空间设计软件 68 亿元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Agent 基础设施标准化(本方案全部对齐)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18288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883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AAIF 托管 · 10k+ Server · 月 9700 万 SDK 下载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9264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规范 8 项全实现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27432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798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v1.0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665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 发布 · 150+ 组织 · 22k+ stars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9264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A2A v1.0 在线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0" y="36576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712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MCP+A2A 融合草案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7665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2026-06-25 AAIF:分层架构非合并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双协议同平台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83680" y="45720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626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AG-UI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76656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 三方对齐 · Agent 动作前端透明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92640" y="4663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对齐 AG-UI 卡片流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001833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532120"/>
            <a:ext cx="91440" cy="82296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6509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索克差异化定位:不做"效果图工具",而是家装全流程多 Agent 自主协同 + 标准 MCP/A2A 基础设施 —— 真实业务闭环(76 路由模块/139 模型/25 Agent/109 Service)+ 开放协议 + 可编排协同层(AgentTeams)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竞品能力覆盖矩阵:全链路一体化是核心差异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69848"/>
                <a:gridCol w="1069848"/>
                <a:gridCol w="1069848"/>
                <a:gridCol w="1069848"/>
                <a:gridCol w="1143000"/>
                <a:gridCol w="1234440"/>
                <a:gridCol w="175564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酷家乐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住小帮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Shapr3D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Procore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Planner5D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MagicPlan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索克家居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AR/LiDAR 空间测量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 设计建模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照片级效果图渲染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CAD 精确绘图(平立剖)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设计生成与建议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智能预算与 BOM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供应链/采购管理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施工过程管理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结算/验收闭环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Agent 自治运营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多端协同(平板+手机)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竞品多为单点能力(设计 or 管理 or 测量),索克家居实现测量→设计→预算→采购→施工→结算全链路一体化 + AI Agent 自治运营(✓=完全具备 △=部分 ✕=缺失)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索克家居能力全景:真实全流程自动化闭环(76 路由模块实测)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6517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多模态输入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35915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 量房 / 草图转 3D / CAD / 拍照 / 语音双工 / 传感器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36976" y="21488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63040"/>
            <a:ext cx="2651760" cy="82296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总控编排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235915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40 意图 + AgentTeams Manager-Workers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71616" y="21488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63040"/>
            <a:ext cx="2651760" cy="82296"/>
          </a:xfrm>
          <a:prstGeom prst="rect">
            <a:avLst/>
          </a:prstGeom>
          <a:solidFill>
            <a:srgbClr val="0062CC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235915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+ 11 类分空间设计器 + 施工图 + BIM/IFC + 渲染 L0-L3 + VR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06256" y="21488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146304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463040"/>
            <a:ext cx="26517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897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预算算量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89720" y="235915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正向算量 / 分项报价 / 定额库(9 类×4 档)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383280"/>
            <a:ext cx="26517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547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采购·供应链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5800" y="427939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供应商入驻审核 / 比价 / 担保支付 / 物流 / 拍照上架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36976" y="40690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383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3383280"/>
            <a:ext cx="26517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3547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52044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施工·服务商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520440" y="427939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工程队/技术人员入驻 / 任务池 / 三方 IM / 变更审批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71616" y="40690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3383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383280"/>
            <a:ext cx="2651760" cy="8229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3547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3550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质检结算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355080" y="427939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验收报告 / 图纸比对 / 里程碑结算 / 支付 / 积分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906256" y="40690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052560" y="3383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52560" y="3383280"/>
            <a:ext cx="2651760" cy="82296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1" name="Text 49"/>
          <p:cNvSpPr/>
          <p:nvPr/>
        </p:nvSpPr>
        <p:spPr>
          <a:xfrm>
            <a:off x="9189720" y="3547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8972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智能运营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189720" y="427939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/ 健康 OS / 场景自动化 / 预测性维护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诚实边界:质检真实 CV 已启用(`real_cv_quality_enabled=True`),不可用时诚实降级到规则 mock 并标注 `cv_mode="mock"`;VR 渲染、AI 渲染 L1/L2 为标注降级;前沿功能(材料溯源 HENF / AI 工地监理 / 局改快装 / 米家生态+L1-L5 / 方案 LLM 深化 / BOM 版本+几何算量)均已实装(实测 76 路由模块/139 模型/2392 测试基线全绿)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前沿功能实装:六项增量全部落地(带诚实降级)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F50 材料溯源(HENF)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一板一码:产地/批次/物流全链路可查 + HENF 环保等级(GB18580-2025)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诚实降级:无认证数据 → unverified 诚实标注,不伪装等级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70832" y="14630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630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F48 AI 施工监理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53712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闭水试验监测 / 违规抓拍,多模态视觉大模型(DeepSeek→GLM→Qwen)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53712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诚实降级:视觉 key 不可用 → 规则 mock + `cv_mode="mock"` 标注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93024" y="14630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4630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F49 局改快装产品化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75904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 厨卫换新 / 7 天墙面焕新标准化套餐 + 干法施工 + 0 搬家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75904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诚实降级:无套餐模板 → 明确占位,不臆造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91840"/>
            <a:ext cx="228600" cy="411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F46 米家生态桥接 + L1-L5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真实小米云登录 + 设备清单;L1-L5 智能等级量化(对齐国标,L3 起真智能)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462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诚实降级:云登录失败/未实现控制 → 诚实报错 + 待实现标注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70832" y="32918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3291840"/>
            <a:ext cx="228600" cy="4114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F45 方案前置 LLM 深化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53712" y="3794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大装修风格目录 + 多轮反馈深化方案(LLM 优先,方案 B 加中岛)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53712" y="4462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诚实降级:LLM 不可用 → 规则兜底 + `source=rule_based` 标注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93024" y="32918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3024" y="3291840"/>
            <a:ext cx="228600" cy="41148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F7 BOM 版本 + 几何算量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75904" y="3794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版本快照/差异对比 + 从 floorplan 几何派生工程量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75904" y="4462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诚实降级:无几何数据 → 经验法 + `quantity_source=empirical` 标注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诚实降级原则:所有前沿功能带 feature flag + 来源标注(db / rule_based / empirical / mock),禁用硬编码假数据 —— 呼应赛题"不伪装能力"与白皮书空间智能(实测 76 路由模块/139 模型/25 Agent/109 Service)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SPATIAL PERCEPTION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多模态采集:对齐 2026 白皮书"空间感知"能力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 空间测量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LiDAR / 视觉 SLAM / 摄影测量 / 手动四级降级,RMS 精度报告;iOS ARKit+RoomPlan,鸿蒙原生工程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630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手绘草图转 3D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53712" y="19659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识别墙/门/窗/面积/房间数,生成 3D 布局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93024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4630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图纸导入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75904" y="19659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DXF 解析(ezdxf)+ DWG 转换 + 2D CAD 编辑器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228600" cy="411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65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语音全双工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Qwen-Audio-3.0-Realtime:流式 ASR+TTS+工具调用,全局悬浮语音,4 场景画像(含 elderly)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3375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37560"/>
            <a:ext cx="228600" cy="4114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465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 + 传感器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53712" y="3840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拍照识别产品上架;加速度/陀螺/磁力 60Hz + GPS 融合快照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93024" y="33375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024" y="3337560"/>
            <a:ext cx="228600" cy="41148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3465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户型 SSOT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75904" y="3840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floorplan.data 单一数据源,支撑施工图/BIM/算量自动生成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残健融合:全局语音悬浮窗(任意页面唤起+后台并行 Agent)+ 主动语音播报 + Semantics 语义标注 + AR 扫描引导(弱视/行动不便者量房替代)—— 诚实边界:无障碍以"语音+播报+AR 引导"为形态,非专用导盲/手语模块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总控编排:i-home.life 总控 × AgentTeams 协同的映射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90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i-home.life 总控层(真实)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OrchestratorAgent:39 类意图 LLM 分类 + 关键词规则兜底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122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AgentRuntime/Harness:生命周期·追踪·降级·离线 Eval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语音并行编排:"同时/另外/再帮我"多任务调度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340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SSE 流式:thinking_step 展示 Agent 决策过程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9672" y="141732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490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协同层(阿里云产品/开源 Hiclaw)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02552" y="1801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Manager-Workers:任务拆解 → 路由 → 并行执行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02552" y="21122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Matrix 透明房间:人可随时介入/纠正/回放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02552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MinIO 共享文件:中间产物交换,防 Token 爆炸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02552" y="27340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Worker 经 ihome-mcp Skill 调 i-home.life MCP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赛题五项能力映射到框架能力(8.1 核心核验点)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角色编排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Agent ↔ 9 角色(1 Leader + 8 Worker)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98064" y="35204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98064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2907792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07792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意图 + Manager 路由 + 多意图并行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47488" y="35204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5157216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上下文传递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+ MinIO + 加密会话 + SSOT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96912" y="35204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96912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协同执行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+ 失败隔离 + 凭证收敛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46336" y="35204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46336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9" name="Text 37"/>
          <p:cNvSpPr/>
          <p:nvPr/>
        </p:nvSpPr>
        <p:spPr>
          <a:xfrm>
            <a:off x="9656064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状态追踪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56064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Trace + OTel + 审计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人类审批节点(高风险动作人工确认 · 赛题"审批/审计"硬要求)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47731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方案确认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834640" y="47731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预算批准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120640" y="47731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下单确认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06640" y="47731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H4 验收确认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692640" y="477316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 结算确认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自主权分级(工程成熟度)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564184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5705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建议  Agent 建议,人类决策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83280" y="564184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93008" y="5705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执行+确认  自动执行,人工审批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17920" y="564184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5705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自主执行  完全自主,仅通知结果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52560" y="564184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5705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自适应  历史项目持续优化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DOMAIN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设计域:从空间理解到交付物一键生成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4480560"/>
          </a:xfrm>
          <a:prstGeom prst="roundRect">
            <a:avLst>
              <a:gd name="adj" fmla="val 1224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方案生成与迭代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938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套平面布局 + 动线分析(空间推理)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讨论式方案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487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套方案 + 语音增量修订("方案 B 加中岛")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分空间设计器 ×11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035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厨房/卫浴/硬装/软装/灯光/家具/家电/门窗/定制/土建/机电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施工图自动生成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584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模型即图纸:平/立/剖面 SVG 自动重生成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BIM / IFC 导出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IFC4 真实坐标 + Pset 属性(LOD200/300/350)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 L0-L3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681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ControlNet → mock → 占位 → 503 诚实降级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230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 全景漫游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5230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全景图 + 热点 + 场景组合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一次任务 · 全套交付物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18745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1874520"/>
            <a:ext cx="64008" cy="82296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方案布局图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 + 动线 + 3D 户型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78240" y="18745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874520"/>
            <a:ext cx="64008" cy="822960"/>
          </a:xfrm>
          <a:prstGeom prst="rect">
            <a:avLst/>
          </a:prstGeom>
          <a:solidFill>
            <a:srgbClr val="0062CC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施工图纸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平/立/剖面 SVG(模型即图纸)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28346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834640"/>
            <a:ext cx="64008" cy="82296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BIM/IFC4 文件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03504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真实坐标 + Pset 属性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78240" y="28346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2834640"/>
            <a:ext cx="64008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渲染效果图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2D/3D/照片重布置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3794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794760"/>
            <a:ext cx="64008" cy="8229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8862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 全景漫游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3504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720° 场景 + 热点跳转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78240" y="3794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3794760"/>
            <a:ext cx="64008" cy="82296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47" name="Text 45"/>
          <p:cNvSpPr/>
          <p:nvPr/>
        </p:nvSpPr>
        <p:spPr>
          <a:xfrm>
            <a:off x="8961120" y="38862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算量报价清单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96112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正向算量 → 分项报价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对标:飞流AI 上传户型图 5 分钟出全套交付物 —— 索克以开放 MCP 协议 + 多 Agent 编排实现同等闭环,且能力可组合、可迁移、可审计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工程化:ihome-mcp 能力抽象层(11 工具实测)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ihome-mcp(核心 Skill,8 Worker 复用)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751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19751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Skill — 外部系统集成能力封装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871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2487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/ call &lt;tool&gt; &lt;JSON 参数&gt;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9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JSON-RPC 响应(含 source 来源标注)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112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调用条件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11680" y="35112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需项目设计/预算/物料/施工/质检数据时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11680" y="40233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i-home.life MCP Server(2026-07-28 规范)+ PASETO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354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失败处理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11680" y="45354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登录/调用失败返回 error JSON,如实说明不编造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9262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47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11680" y="5047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 .env 600 权限;只读为主;红线拒绝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50468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5595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复用价值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011680" y="55595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Worker 复用;可沉淀为分发 Skill 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工具能力矩阵(11 个,实测)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get_design_layout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设计方案布局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607040" y="19476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19751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0" y="2313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generate_design_proposals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98280" y="23134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生成设计方案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607040" y="234086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607040" y="236829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00800" y="27066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update_design_proposal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98280" y="27066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更新设计提案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607040" y="273405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7040" y="276148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0" y="30998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get_budget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98280" y="30998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项目预算查询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607040" y="312724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D9E9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607040" y="31546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0" y="34930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search_materials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98280" y="3493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装修物料搜索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607040" y="3520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5FC"/>
          </a:solidFill>
          <a:ln/>
        </p:spPr>
      </p:sp>
      <p:sp>
        <p:nvSpPr>
          <p:cNvPr id="53" name="Text 51"/>
          <p:cNvSpPr/>
          <p:nvPr/>
        </p:nvSpPr>
        <p:spPr>
          <a:xfrm>
            <a:off x="10607040" y="354787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0080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get_construction_progress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098280" y="3886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施工进度查询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607040" y="391363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394106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00800" y="4279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run_qa_inspection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098280" y="42793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质量检测执行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607040" y="430682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/>
        </p:spPr>
      </p:sp>
      <p:sp>
        <p:nvSpPr>
          <p:cNvPr id="61" name="Text 59"/>
          <p:cNvSpPr/>
          <p:nvPr/>
        </p:nvSpPr>
        <p:spPr>
          <a:xfrm>
            <a:off x="10607040" y="433425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400800" y="46725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launch_agent_task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098280" y="46725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启动平台 Agent 任务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607040" y="47000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65" name="Text 63"/>
          <p:cNvSpPr/>
          <p:nvPr/>
        </p:nvSpPr>
        <p:spPr>
          <a:xfrm>
            <a:off x="10607040" y="472744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00800" y="50657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get_voice_tasks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098280" y="5065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语音任务查询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607040" y="50932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CE8E8"/>
          </a:solidFill>
          <a:ln/>
        </p:spPr>
      </p:sp>
      <p:sp>
        <p:nvSpPr>
          <p:cNvPr id="69" name="Text 67"/>
          <p:cNvSpPr/>
          <p:nvPr/>
        </p:nvSpPr>
        <p:spPr>
          <a:xfrm>
            <a:off x="10607040" y="5120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00800" y="5458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cancel_agent_task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098280" y="54589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取消后台任务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0607040" y="54864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73" name="Text 71"/>
          <p:cNvSpPr/>
          <p:nvPr/>
        </p:nvSpPr>
        <p:spPr>
          <a:xfrm>
            <a:off x="10607040" y="551383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+ A2A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双协议在线:MCP 2026-07-28 规范 8 项 + A2A v1.0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MCP(自研,纯 Python,零第三方 SDK)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stateless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无会话握手,请求自描述可横向扩展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847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server/discover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21284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能力发现 RPC,统一接入入口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847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header-routing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221284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Mcp-Method / Mcp-Name 头路由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52560" y="17373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1847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17152" y="221284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tools/list ETag/304 缓存语义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264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MRTR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多轮往返协作,采样/追问回传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15468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264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RFC 9207 + CIMD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47872" y="363016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授权硬化,替代 DCR 注册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264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2512" y="363016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tasks/* 扩展,任务生命周期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52560" y="315468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3264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Card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17152" y="3630168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.well-known/mcp 标准化发现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v1.0(2026-03,Google 协议,跨 Agent 委托)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51755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GET /.well-known/agent-card:公开 22 个 Agent 技能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55229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tasks/send + tasks/{id} 状态查询:经 Harness 执行并持久化(24h TTL)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7091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MCP Tasks 互补(2026 融合架构)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51755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MCP 管工具(纵向连接)· A2A 管 Agent(横向协调)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55229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Worker 调用链路:ihome-mcp Skill → /api/mcp → tools/call → 真实业务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前沿增量:W3C Trace(SEP-414,响应 `_meta` 注入 traceparent/tracestate/baggage)+ MCP Enterprise(审计/SSO/gateway 扩展,`mcp_enterprise_extension_enabled=True`)均已实装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技术对齐:协议标准化 × 空间智能 × 评估飞轮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91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2026-07-28 正式版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933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AAIF 托管 · 8 大 Platinum · SDK 月下载近 1 亿(9700 万)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614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自研 MCP 规范 8 项(纯 Python 零 SDK)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70832" y="146304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4630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1591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v1.0(2026-03)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53712" y="19933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150+ 组织 · 22k+ stars · 5 SDK · AP2 支付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53712" y="26974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614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A2A v1.0 在线 + AP2 结算复用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93024" y="146304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4630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1591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MCP+A2A 融合草案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75904" y="19933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2026-06-25 AAIF:分层架构非合并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75904" y="26974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27614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双协议同平台落地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474720"/>
            <a:ext cx="228600" cy="411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AG-UI(三方对齐)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005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 Oracle+CopilotKit+Google 对齐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47731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对齐 AG-UI 卡片流(区隔 Google A2UI)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70832" y="347472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0832" y="3474720"/>
            <a:ext cx="228600" cy="4114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数据飞轮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4005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赛题两大基础设施之一 · 持续进化维度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53712" y="470916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7731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自建 AgentTrace+IHomeEval 飞轮对标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93024" y="347472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93024" y="3474720"/>
            <a:ext cx="228600" cy="41148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40" name="Text 38"/>
          <p:cNvSpPr/>
          <p:nvPr/>
        </p:nvSpPr>
        <p:spPr>
          <a:xfrm>
            <a:off x="8375904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空间智能 Agent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75904" y="4005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SpaceMind(2026-06)/飞流AI 3.1(2026-07)/大晓 Kairos-HomeWorld(2026-07)产业化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75904" y="470916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7731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三能力齐备 + Robot-Ready Home 空间数字底座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对齐原则:AgentTeams(协同基座)+ AgentLoop(数据飞轮)双基础设施对标赛题 —— MCP/A2A 标准协议解耦,业务零重写,编排层可替换 ｜ 新增:MCP Enterprise(W3C Trace + 审计/SSO/gateway)+ GB/Z 185-2026 互联互通国标 + WAICO 创始文件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 &amp; 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可观测三支柱 + 评估飞轮(对标赛题 AgentLoop)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5661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链路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追踪 + AgentHarness 执行轨迹(状态/Token/工具调用链/降级信息)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6304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日志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20574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structlog 结构化 JSON,PII 脱敏 + trace_id 关联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93024" y="14630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46304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 指标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5904" y="20574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Prometheus:请求/LLM 调用/DB 查询/缓存命中率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IHomeEval 领域评估(10 维度)+ Agent-as-a-Judge 飞轮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410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报价准确性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98064" y="388620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39410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设计安全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47488" y="388620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9410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材料禁忌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96912" y="388620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9410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越权防护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46336" y="388620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39410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流式延迟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897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98064" y="44348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44897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47488" y="44348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4897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思维链泄漏率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44348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44897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 合规率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546336" y="44348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46336" y="44897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反面论证质量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评估飞轮(对标 AgentLoop):Trace → Trajectory → 评估(IHomeEval 10 维 + DSPy)→ Experience 经验自进化 → Skill/Prompt 调优(赛题持续进化维度)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5779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诚实降级原则:数据来源 db / estimated_fallback / sample_fallback 透明标注,禁止伪装真实能力(历史教训:修复 6 处硬编码假数据)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&amp; AUDIT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安全边界:可运行、可验证、可审计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6093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PASETO v4.local 鉴权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JWT;密钥 ≥32 字节硬校验;WebAuthn/FIDO2/Passkey 无密码登录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27632"/>
            <a:ext cx="384048" cy="384048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45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6093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 审计防篡改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01168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audit_log 写入自动签名(SHA256 + 密钥版本化),PII 8 类脱敏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缓存用户隔离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私有数据 cache key 强制含 user_id,未传直接 raise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0175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182112"/>
            <a:ext cx="384048" cy="38404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审批与回滚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566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H1-H5 审批节点 + 变更单状态机 + DB 备份回滚 + feature-flag 回退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736592"/>
            <a:ext cx="384048" cy="384048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54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4718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 硬约束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1206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承重墙 / 报价含税 / 环保等级 / 工期缓冲 / 水电 / 逃生通道 / 燃气(9 HC+3 SC)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45720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736592"/>
            <a:ext cx="384048" cy="384048"/>
          </a:xfrm>
          <a:prstGeom prst="ellipse">
            <a:avLst/>
          </a:prstGeom>
          <a:solidFill>
            <a:srgbClr val="001833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754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4718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权限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51206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角色-权限表 + 项目归属校验(IDOR 防护),跨项目访问 403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运行验证:线上部署已实测打通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001833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部署环境(已在线)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开源 Hiclaw(controller / manager / dashboard / Element Web)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i-home.life v1.14.0(FastAPI · 阿里云 FC 3.0,架构红线:禁 K8s)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家装团队 ihome-team:1 Leader + 5 Worker 全部 Running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09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演示数据:3 模拟项目(云栖雅苑 126㎡ 施工中 / 滇池湖畔 / 翠湖名邸),预算 ¥106,214 可逐项核对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实测调用链路(已验证)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ihome-budget → get_budget → 三档预算 + source 标注 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ihome-construction → get_construction_progress → 8 阶段进度 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8254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ihome-procurement → search_materials → 物料列表 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209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tools/list → 11 个家装工具可发现 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演示流程:业主在 Element Web 下达任务 → Manager 拆解 → 5 Worker 并行经 MCP 取数 → 汇总装修全案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输入任务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Manager 拆解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20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Worker 执行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06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MCP 取数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692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汇总验证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开放/开源计划:可复用、可验证、可迁移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4630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Worker 模板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SOUL.md + Agent Identity 清单,任何垂直行业可复制建团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08760"/>
            <a:ext cx="91440" cy="14630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ihome-mcp Skill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标准化工具调用封装(登录/调用/失败处理),可分发复用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91440" cy="1463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2026-07-28 规范 8 项实现,可作为 MCP Server 参考实现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00400"/>
            <a:ext cx="91440" cy="146304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分空间设计器契约 + 数据集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类设计器接口契约 + 家装样例输入输出 + 评测基线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57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仓库:github.com/SUOKE2024/i-home.life(已公开)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Apache-2.0(与 AgentTeams 兼容)｜ 披露:LLM 商业 API(deepseek/qwen/glm/doubao)· 第三方依赖 · 数据授权边界 ｜ 已有项目基础:i-home.life(76 路由模块 / 139 模型 / 25 Agent / 109 Service)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&amp;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落地计划与风险应对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 ｜ i-home.life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566160" cy="502920"/>
          </a:xfrm>
          <a:prstGeom prst="round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初赛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+ 链路验证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部署、Worker 建团、MCP 调用链路 ✅ 已完成(V4.2)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63040"/>
            <a:ext cx="3566160" cy="502920"/>
          </a:xfrm>
          <a:prstGeom prst="roundRect">
            <a:avLst/>
          </a:prstGeom>
          <a:solidFill>
            <a:srgbClr val="007A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 复赛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 Demo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53712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三场景可演示 + 评测集 + Trace 看板 + A2A 委托证据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93024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463040"/>
            <a:ext cx="3566160" cy="502920"/>
          </a:xfrm>
          <a:prstGeom prst="roundRect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决赛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真实项目试点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真实项目接入、Agent-as-a-Judge 评测、开源工程化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Demo 验收目标(借鉴 PRD Demo 规格)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语音改设计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"拆墙做开放式加中岛" → 3D 更新 + 面积/预算联动(≤5s)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35204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AI 比价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53712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→ 多供应商比价报告 → 一键下单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93024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93024" y="35204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施工日报质检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75904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现场照片上传 → AI 比对图纸 → 偏差标注整改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376672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40410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部分能力为诚实标注的 mock(质检缺陷 CV/VR 渲染/AI 渲染 L1/L2)→ 如实披露,契约固化(RENDER_CONTRACT)后续可一键接入真实后端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724144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751576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AgentTeams 版本演进(v1.2.0 刚发布)→ 抽象 MCP 契约层,编排层可替换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607161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099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LLM 成本与不可用 → 4 供应商 fallback 链(deepseek→qwen→glm→doubao)+ TTS 3 级链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2026-08-14T13:46:07Z</dcterms:created>
  <dcterms:modified xsi:type="dcterms:W3CDTF">2026-08-14T13:46:07Z</dcterms:modified>
</cp:coreProperties>
</file>